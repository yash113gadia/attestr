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00FF8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0FF88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 BHARAT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743200" cy="36576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590"/>
                </a:solidFill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Intelligent Systems (AIIS)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590"/>
                </a:solidFill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and Software Innovation (WASI)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and Blockchain (CSBC)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590"/>
                </a:solidFill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and Smart Analysis (DSSA)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590"/>
                </a:solidFill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 and Smart India Solutions (SISIS)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440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590"/>
                </a:solidFill>
              </a:rPr>
              <a:t>•  </a:t>
            </a:r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Student Innovation (SCHII)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263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Ctrl+Alt+Diablo  •  CSBC114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6400800" cy="6400800"/>
          </a:xfrm>
          <a:prstGeom prst="ellipse">
            <a:avLst/>
          </a:prstGeom>
          <a:solidFill>
            <a:srgbClr val="00FF88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pPr indent="0" marL="0">
              <a:buNone/>
            </a:pPr>
            <a:r>
              <a:rPr lang="en-US" sz="6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Decentralized Media Authenticator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515600" cy="18288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NAME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Ctrl+Alt+Diablo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CSBC114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Blockchain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6112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10515600" cy="18288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08760" y="44622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Gadia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5029200"/>
            <a:ext cx="2194560" cy="27432"/>
          </a:xfrm>
          <a:prstGeom prst="rect">
            <a:avLst/>
          </a:prstGeom>
          <a:solidFill>
            <a:srgbClr val="00FF88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474720" y="411480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4297680"/>
            <a:ext cx="457200" cy="45720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51960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51960" y="44622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Sweta Kumari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11880" y="5029200"/>
            <a:ext cx="2194560" cy="27432"/>
          </a:xfrm>
          <a:prstGeom prst="rect">
            <a:avLst/>
          </a:prstGeom>
          <a:solidFill>
            <a:srgbClr val="00FF88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411480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297680"/>
            <a:ext cx="457200" cy="45720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95160" y="44622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Priyanshi Shrotriya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5080" y="5029200"/>
            <a:ext cx="2194560" cy="27432"/>
          </a:xfrm>
          <a:prstGeom prst="rect">
            <a:avLst/>
          </a:prstGeom>
          <a:solidFill>
            <a:srgbClr val="00FF88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961120" y="411480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0" y="4297680"/>
            <a:ext cx="457200" cy="45720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738360" y="4251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738360" y="44622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Khemka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098280" y="5029200"/>
            <a:ext cx="2194560" cy="27432"/>
          </a:xfrm>
          <a:prstGeom prst="rect">
            <a:avLst/>
          </a:prstGeom>
          <a:solidFill>
            <a:srgbClr val="00FF88">
              <a:alpha val="3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263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Ctrl+Alt+Diablo  •  CSBC114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Digital Media is Broken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era of AI-generated deepfakes and sophisticated media manipulation, there is no reliable, accessible way to verify whether a photo or video is authentic. Journalists, legal professionals, and investigators need proof — not guesswork.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200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are AI-generated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Readily available AI tools make manipulation trivially easy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92608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200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10x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in deepfakes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4480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Outpacing detection capabilities of traditional forensic methods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926080"/>
            <a:ext cx="3291840" cy="2926080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3200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13816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create a deepfake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4480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open-source tools enable anyone to create convincing fakes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263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Ctrl+Alt+Diablo  •  CSBC114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 SOLUTION /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MediaGuard: Blockchain-Powered Media Verification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platform that creates tamper-proof digital fingerprints of media files and stores them on a decentralized blockchain ledger — enabling instant, trustless verification of authenticity.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" y="283464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3108960"/>
            <a:ext cx="493776" cy="347472"/>
          </a:xfrm>
          <a:prstGeom prst="roundRect">
            <a:avLst>
              <a:gd name="adj" fmla="val 15789"/>
            </a:avLst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168" y="3154680"/>
            <a:ext cx="237744" cy="237744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3035808"/>
            <a:ext cx="274320" cy="109728"/>
          </a:xfrm>
          <a:prstGeom prst="roundRect">
            <a:avLst>
              <a:gd name="adj" fmla="val 25000"/>
            </a:avLst>
          </a:prstGeom>
          <a:solidFill>
            <a:srgbClr val="00FF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2" name="Shape 10"/>
          <p:cNvSpPr/>
          <p:nvPr/>
        </p:nvSpPr>
        <p:spPr>
          <a:xfrm rot="2100000">
            <a:off x="2450592" y="3154680"/>
            <a:ext cx="164592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3" name="Shape 11"/>
          <p:cNvSpPr/>
          <p:nvPr/>
        </p:nvSpPr>
        <p:spPr>
          <a:xfrm rot="-2100000">
            <a:off x="2450592" y="3300984"/>
            <a:ext cx="164592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file or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browser camera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283464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880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420624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21" name="Shape 19"/>
          <p:cNvSpPr/>
          <p:nvPr/>
        </p:nvSpPr>
        <p:spPr>
          <a:xfrm rot="2100000">
            <a:off x="4736592" y="3154680"/>
            <a:ext cx="164592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2" name="Shape 20"/>
          <p:cNvSpPr/>
          <p:nvPr/>
        </p:nvSpPr>
        <p:spPr>
          <a:xfrm rot="-2100000">
            <a:off x="4736592" y="3300984"/>
            <a:ext cx="164592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4160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 + dHash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client-side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23560" y="283464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3090672"/>
            <a:ext cx="201168" cy="292608"/>
          </a:xfrm>
          <a:prstGeom prst="roundRect">
            <a:avLst>
              <a:gd name="adj" fmla="val 27273"/>
            </a:avLst>
          </a:prstGeom>
          <a:solidFill>
            <a:srgbClr val="FFFFFF">
              <a:alpha val="0"/>
            </a:srgbClr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3182112"/>
            <a:ext cx="201168" cy="292608"/>
          </a:xfrm>
          <a:prstGeom prst="roundRect">
            <a:avLst>
              <a:gd name="adj" fmla="val 27273"/>
            </a:avLst>
          </a:prstGeom>
          <a:solidFill>
            <a:srgbClr val="FFFFFF">
              <a:alpha val="0"/>
            </a:srgbClr>
          </a:solidFill>
          <a:ln w="25400">
            <a:solidFill>
              <a:srgbClr val="00CC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3090672"/>
            <a:ext cx="201168" cy="292608"/>
          </a:xfrm>
          <a:prstGeom prst="roundRect">
            <a:avLst>
              <a:gd name="adj" fmla="val 27273"/>
            </a:avLst>
          </a:prstGeom>
          <a:solidFill>
            <a:srgbClr val="FFFFFF">
              <a:alpha val="0"/>
            </a:srgbClr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30" name="Shape 28"/>
          <p:cNvSpPr/>
          <p:nvPr/>
        </p:nvSpPr>
        <p:spPr>
          <a:xfrm>
            <a:off x="667512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32" name="Shape 30"/>
          <p:cNvSpPr/>
          <p:nvPr/>
        </p:nvSpPr>
        <p:spPr>
          <a:xfrm rot="2100000">
            <a:off x="7022592" y="3154680"/>
            <a:ext cx="164592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3" name="Shape 31"/>
          <p:cNvSpPr/>
          <p:nvPr/>
        </p:nvSpPr>
        <p:spPr>
          <a:xfrm rot="-2100000">
            <a:off x="7022592" y="3300984"/>
            <a:ext cx="164592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4160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stored on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blockchain ledger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09560" y="283464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2999232"/>
            <a:ext cx="365760" cy="457200"/>
          </a:xfrm>
          <a:prstGeom prst="roundRect">
            <a:avLst>
              <a:gd name="adj" fmla="val 20000"/>
            </a:avLst>
          </a:prstGeom>
          <a:solidFill>
            <a:srgbClr val="00FF88">
              <a:alpha val="15000"/>
            </a:srgbClr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29260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877824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40" name="Shape 38"/>
          <p:cNvSpPr/>
          <p:nvPr/>
        </p:nvSpPr>
        <p:spPr>
          <a:xfrm>
            <a:off x="896112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4000" y="3227832"/>
            <a:ext cx="109728" cy="45720"/>
          </a:xfrm>
          <a:prstGeom prst="roundRect">
            <a:avLst>
              <a:gd name="adj" fmla="val 50000"/>
            </a:avLst>
          </a:prstGeom>
          <a:solidFill>
            <a:srgbClr val="00FF88"/>
          </a:solidFill>
          <a:ln/>
        </p:spPr>
      </p:sp>
      <p:sp>
        <p:nvSpPr>
          <p:cNvPr id="42" name="Shape 40"/>
          <p:cNvSpPr/>
          <p:nvPr/>
        </p:nvSpPr>
        <p:spPr>
          <a:xfrm rot="2100000">
            <a:off x="9308592" y="3154680"/>
            <a:ext cx="164592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43" name="Shape 41"/>
          <p:cNvSpPr/>
          <p:nvPr/>
        </p:nvSpPr>
        <p:spPr>
          <a:xfrm rot="-2100000">
            <a:off x="9308592" y="3300984"/>
            <a:ext cx="164592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44" name="Text 42"/>
          <p:cNvSpPr/>
          <p:nvPr/>
        </p:nvSpPr>
        <p:spPr>
          <a:xfrm>
            <a:off x="749808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98080" y="4160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hash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against chain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195560" y="2834640"/>
            <a:ext cx="822960" cy="82296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378440" y="299923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00FF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10671048" y="3310128"/>
            <a:ext cx="201168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49" name="Text 47"/>
          <p:cNvSpPr/>
          <p:nvPr/>
        </p:nvSpPr>
        <p:spPr>
          <a:xfrm>
            <a:off x="978408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784080" y="4160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 + EXIF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forensics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1520" y="51206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0A1A10"/>
          </a:solidFill>
          <a:ln w="12700">
            <a:solidFill>
              <a:srgbClr val="1A3A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7280" y="5166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◈  ZERO TRUST  —  Your file NEVER leaves the browser. Only the cryptographic hash touches the network.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6263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Ctrl+Alt+Diablo  •  CSBC114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INNOVATION &amp; UNIQUENESS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vs. What We Built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737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FF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SOLUTION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FF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BLOCKCHAIN?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FF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 LIMITATION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2F5"/>
                          </a:solidFill>
                        </a:rPr>
                        <a:t>C2PA (Adobe, MS, Google)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4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— PKI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A7590"/>
                          </a:solidFill>
                        </a:rPr>
                        <a:t>Metadata stripped by screenshots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2F5"/>
                          </a:solidFill>
                        </a:rPr>
                        <a:t>Truepic ($26M)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4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Abandoned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A7590"/>
                          </a:solidFill>
                        </a:rPr>
                        <a:t>Requires hardware, not retroactive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2F5"/>
                          </a:solidFill>
                        </a:rPr>
                        <a:t>Numbers Protocol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 — own token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A7590"/>
                          </a:solidFill>
                        </a:rPr>
                        <a:t>Requires their app; token complexity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2F5"/>
                          </a:solidFill>
                        </a:rPr>
                        <a:t>OpenOrigins ($4.5M)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A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Permissioned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A7590"/>
                          </a:solidFill>
                        </a:rPr>
                        <a:t>Not truly decentralized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2F5"/>
                          </a:solidFill>
                        </a:rPr>
                        <a:t>Reality Defender (YC)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44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A7590"/>
                          </a:solidFill>
                        </a:rPr>
                        <a:t>Detection only, no provenance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FF88"/>
                          </a:solidFill>
                        </a:rPr>
                        <a:t>► MediaGuard (Ours)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FF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 Public PoW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FF88"/>
                          </a:solidFill>
                        </a:rPr>
                        <a:t>None of the above ✓</a:t>
                      </a:r>
                      <a:endParaRPr lang="en-US" sz="9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EDGE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0" y="210312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37960" y="210312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03720" y="21396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Provenance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0372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 one platform, not either/or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0" y="2761488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2761488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03720" y="27980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Screenshots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03720" y="30358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hashing beats C2PA metadata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3419856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3419856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03720" y="3456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Truly Decentralized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03720" y="369417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PoW chain, not permissioned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0" y="4078224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4078224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90372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Hardware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03720" y="435254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any modern browser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0" y="4736592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37960" y="4736592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03720" y="47731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Retroactive Verification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03720" y="50109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existing unregistered media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00800" y="539496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37960" y="539496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903720" y="54315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903720" y="5669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never leave the browser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57200" y="6263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Ctrl+Alt+Diablo  •  CSBC114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 USED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Modern, Open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2331720"/>
            <a:ext cx="2926080" cy="18288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14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73736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331720"/>
            <a:ext cx="2926080" cy="18288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514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520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Blockchain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Proof-of-Work Mining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173736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111827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CRYPTOGRAPHY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2331720"/>
            <a:ext cx="2926080" cy="18288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2514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SubtleCrypto (SHA-256)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dHash (Perceptual)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3520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Canvas-based ELA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</a:rPr>
              <a:t>•  </a:t>
            </a:r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via exifr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263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Ctrl+Alt+Diablo  •  CSBC114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&amp; FUNCTIONALITIES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MediaGuard Can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&amp; in-browser camera capture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0604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0604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SHA-256 hashing — file never leaves browser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7472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hash (dHash) — survives compression &amp; screenshots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4340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registration with proof-of-work mining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21208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21208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21208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verification — exact match + fuzzy perceptual match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73736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73736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173736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Level Analysis with adjustable amplification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260604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60604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20840" y="260604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metadata extraction with anomaly flagging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47472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47472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0840" y="347472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blockchain explorer with block inspection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34340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34340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20840" y="434340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tamper comparison view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5212080"/>
            <a:ext cx="5212080" cy="713232"/>
          </a:xfrm>
          <a:prstGeom prst="roundRect">
            <a:avLst>
              <a:gd name="adj" fmla="val 10256"/>
            </a:avLst>
          </a:prstGeom>
          <a:solidFill>
            <a:srgbClr val="111827"/>
          </a:solidFill>
          <a:ln w="6350">
            <a:solidFill>
              <a:srgbClr val="1A25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521208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20840" y="521208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Zero-upload privacy model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263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Ctrl+Alt+Diablo  •  CSBC114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 PLAN /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Built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1737360"/>
            <a:ext cx="36576" cy="4572000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1920240"/>
            <a:ext cx="347472" cy="347472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Blockchain Engine  </a:t>
            </a:r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[COMPLETE]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121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class, PoW mining, chain validation, SHA-256 linking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72768" y="2578608"/>
            <a:ext cx="347472" cy="347472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2487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Hashing  </a:t>
            </a:r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[COMPLETE]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7797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 with SubtleCrypto SHA-256 + OffscreenCanvas dHash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72768" y="3236976"/>
            <a:ext cx="347472" cy="347472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31455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Verify Flows  </a:t>
            </a:r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[COMPLETE]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0" y="3438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upload → hash → register → verify with exact + fuzzy match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72768" y="3895344"/>
            <a:ext cx="347472" cy="347472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38039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Analysis Suite  </a:t>
            </a:r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[COMPLETE]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4096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with adjustable amplification, EXIF extraction + anomaly flagging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72768" y="4553712"/>
            <a:ext cx="347472" cy="347472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 &amp; Explorer  </a:t>
            </a:r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[COMPLETE]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camera (front/back), visual blockchain explorer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72768" y="5212080"/>
            <a:ext cx="347472" cy="347472"/>
          </a:xfrm>
          <a:prstGeom prst="ellipse">
            <a:avLst/>
          </a:prstGeom>
          <a:solidFill>
            <a:srgbClr val="FFAA00"/>
          </a:solidFill>
          <a:ln w="19050">
            <a:solidFill>
              <a:srgbClr val="FFA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5120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Deepfake Detection  </a:t>
            </a:r>
            <a:pPr indent="0" marL="0">
              <a:buNone/>
            </a:pPr>
            <a:r>
              <a:rPr lang="en-US" sz="900" b="1" dirty="0">
                <a:solidFill>
                  <a:srgbClr val="FFA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[NEXT]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5413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confidence scoring, frequency-domain analysis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72768" y="5870448"/>
            <a:ext cx="347472" cy="347472"/>
          </a:xfrm>
          <a:prstGeom prst="ellipse">
            <a:avLst/>
          </a:prstGeom>
          <a:solidFill>
            <a:srgbClr val="1A2540"/>
          </a:solidFill>
          <a:ln w="19050">
            <a:solidFill>
              <a:srgbClr val="6A75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5779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Deployment + API/SDK  </a:t>
            </a:r>
            <a:pPr indent="0" marL="0">
              <a:buNone/>
            </a:pPr>
            <a:r>
              <a:rPr lang="en-US" sz="900" b="1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[PLANNED]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60716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Polygon/Base testnet, IPFS backup, public verification API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263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Ctrl+Alt+Diablo  •  CSBC114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MediaGuard</dc:title>
  <dc:subject>MediaGuard - Decentralized Media Authenticator</dc:subject>
  <dc:creator>Team Ctrl+Alt+Diablo</dc:creator>
  <cp:lastModifiedBy>Team Ctrl+Alt+Diablo</cp:lastModifiedBy>
  <cp:revision>1</cp:revision>
  <dcterms:created xsi:type="dcterms:W3CDTF">2026-03-15T19:39:14Z</dcterms:created>
  <dcterms:modified xsi:type="dcterms:W3CDTF">2026-03-15T19:39:14Z</dcterms:modified>
</cp:coreProperties>
</file>